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8" r:id="rId9"/>
    <p:sldId id="257" r:id="rId8"/>
    <p:sldId id="261" r:id="rId12"/>
    <p:sldId id="262" r:id="rId13"/>
    <p:sldId id="259" r:id="rId10"/>
    <p:sldId id="263" r:id="rId14"/>
    <p:sldId id="264" r:id="rId15"/>
    <p:sldId id="265" r:id="rId16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0ce21a80_2_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40ce21a80_2_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Hoş geldiniz. Online cohort'un açılışı - bu iki hafta boyunca ne yapacağımızı anlatacağım.</a:t>
            </a:r>
            <a:endParaRPr sz="900"/>
          </a:p>
        </p:txBody>
      </p:sp>
      <p:sp>
        <p:nvSpPr>
          <p:cNvPr id="55" name="Google Shape;55;g3f40ce21a80_2_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40ce21a80_2_1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f40ce21a80_2_1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67" name="Google Shape;67;g3f40ce21a80_2_1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af00d6e0_1_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fbaf00d6e0_1_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75" name="Google Shape;75;g3fbaf00d6e0_1_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af00d6e0_1_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fbaf00d6e0_1_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83" name="Google Shape;83;g3fbaf00d6e0_1_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af00d6e0_1_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fbaf00d6e0_1_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91" name="Google Shape;91;g3fbaf00d6e0_1_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2A1509"/>
              </a:gs>
              <a:gs pos="42000">
                <a:srgbClr val="12090A"/>
              </a:gs>
              <a:gs pos="100000">
                <a:srgbClr val="07050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2428875" y="0"/>
            <a:ext cx="4286400" cy="2952900"/>
          </a:xfrm>
          <a:prstGeom prst="rect">
            <a:avLst/>
          </a:prstGeom>
          <a:gradFill>
            <a:gsLst>
              <a:gs pos="0">
                <a:srgbClr val="E8C87A">
                  <a:alpha val="20000"/>
                </a:srgbClr>
              </a:gs>
              <a:gs pos="70000">
                <a:srgbClr val="E8C87A">
                  <a:alpha val="0"/>
                </a:srgbClr>
              </a:gs>
              <a:gs pos="100000">
                <a:srgbClr val="E8C87A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7200"/>
            <a:ext cx="1841488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571500" y="1768152"/>
            <a:ext cx="6131719" cy="15262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1149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6500"/>
              <a:buFont typeface="Georgia"/>
              <a:buNone/>
            </a:pPr>
            <a:r>
              <a:rPr b="1" i="0" lang="en" sz="65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PRO</a:t>
            </a:r>
            <a:r>
              <a:rPr b="1" lang="en" sz="6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0" lang="en" sz="65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HACKATHON</a:t>
            </a:r>
            <a:endParaRPr b="0" i="0" sz="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71500" y="3638475"/>
            <a:ext cx="571500" cy="4763"/>
          </a:xfrm>
          <a:prstGeom prst="rect">
            <a:avLst/>
          </a:prstGeom>
          <a:gradFill>
            <a:gsLst>
              <a:gs pos="0">
                <a:srgbClr val="D9A94E"/>
              </a:gs>
              <a:gs pos="100000">
                <a:srgbClr val="D9A94E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571500" y="4505325"/>
            <a:ext cx="30002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157777" y="4505325"/>
            <a:ext cx="15561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8A45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B08A45"/>
                </a:solidFill>
              </a:rPr>
              <a:t>TraderKirala   ·   19-20 September,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2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Solution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Capital that can be traded but never taken.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saver publishes capital — and the money moves into a Soroban vault at that moment. A listing is public only because the money behind it is already locked.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 trader takes the mandate. They swap inside the vault through an allow-listed router. They cannot withdraw — not once, not ever.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Every trade is bounded by a max-loss floor the contract enforces. A swap that would breach it is rejected on-chain, not flagged afterwards.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At settlement the contract splits by the agreed commission. On a loss, the trader earns nothing.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lang="en" sz="32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PMF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514350" y="1085400"/>
            <a:ext cx="7686600" cy="27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In Turkey, people with savings hand money to "traders" on trust. A WhatsApp group, a screenshot of a winning month, a promise.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saver has no custody, no proof and no way out. The trader who is genuinely good has no way to prove it — and the one who is not has no way of being caught.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Every part of this already happens. None of it is enforceable.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We are not inventing the behaviour. We are giving it a contract.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571500" y="419100"/>
            <a:ext cx="49530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lang="en" sz="32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Technical Workflow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514350" y="1085400"/>
            <a:ext cx="7686600" cy="30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Expo / React Native  →  FastAPI  →  Soroban vault  →  Stellar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server never holds a key. It builds an unsigned XDR, the wallet signs it, the app posts it back. Freighter over WalletConnect.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One singleton vault holds every agreement: reserve · open_reserved · accept · trade · settle · release. Persistent storage per agreement and per reservation, instance storage for config and the allow-list, TTL bumped on every write.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An indexer mirrors contract events into Postgres, so the app reads a database rather than the chain on every screen.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trade-off: a backend that looks custodial and is not. One extra round trip per action buys a mobile app that never sees a secret key.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571500" y="419100"/>
            <a:ext cx="49530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lang="en" sz="32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Team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514350" y="1085400"/>
            <a:ext cx="7686600" cy="3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[ Bu slaytı siz doldurun ]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İsim — rol — en fazla üç satır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İsim — rol — en fazla üç satır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Şablon burada bir ekip fotoğrafı da istiyor.</a:t>
            </a:r>
            <a:endParaRPr sz="15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2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Product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4315968"/>
            <a:ext cx="7686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Swipe to find capital   ·   the escrow shows what is actually locked   ·   settlement is arithmetic, not a promise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2" name="Picture 71" descr="t_di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1060704"/>
            <a:ext cx="1481328" cy="2945931"/>
          </a:xfrm>
          <a:prstGeom prst="rect">
            <a:avLst/>
          </a:prstGeom>
        </p:spPr>
      </p:pic>
      <p:pic>
        <p:nvPicPr>
          <p:cNvPr id="73" name="Picture 72" descr="u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36" y="1060704"/>
            <a:ext cx="1481328" cy="2945931"/>
          </a:xfrm>
          <a:prstGeom prst="rect">
            <a:avLst/>
          </a:prstGeom>
        </p:spPr>
      </p:pic>
      <p:pic>
        <p:nvPicPr>
          <p:cNvPr id="74" name="Picture 73" descr="r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1060704"/>
            <a:ext cx="1481328" cy="29459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2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How the escrow works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1 · Publish — the customer signs reserve. Capital leaves their wallet and sits in the vault.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2 · Agree — the trader offers, the customer accepts. open_reserved draws the principal from the reservation. The customer does not pay twice; their wallet is untouched.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3 · Trade — trade swaps inside the vault via Soroswap. The contract re-values the portfolio and rejects anything below the drawdown floor.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4 · Settle — everything is liquidated to the base asset, then split: commission, platform fee, customer payout.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 pause can never trap the money: release works while the contract is paused.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2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Stellar, end to end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Soroban — the vault is the product, not an add-on. Custody, drawdown enforcement and settlement maths all live on-chain. 47 contract tests pass.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SEP-6 — a real TRY ramp. Deposit 1,000 TRY → 20.3960908 USDC. Withdraw 10 USDC → 485.41 TRY. Both completed on testnet today. SEP-10 auth with the anchor, SEP-12 KYC, SEP-38 quotes.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Soroswap — every swap routes through the allow-listed router, with the quote and min_out written into the transaction the trader signs.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Horizon — market candles come from the mainnet order book. Testnet's book sits at a fake pegged rate and is useless for deciding a trade.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2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It works. Here is the chain.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Vault  CCGAGVFFTH2IIH6WW2E52VVR5TJJFP3OL7HDZUZ2WQ7MT4Z57GA7NAG2   testnet · v1.2.0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One agreement, start to finish, on-chain today: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reserve            100 XLM locked at listing time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open_reserved      customer paid 0.468 XLM of network fee — not 100 XLM again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accept             active, 30-day term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trade              20 XLM → 3.9647321 USDC through Soroswap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settle             99.8801955 XLM to the customer, 0 commission — the run lost money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 second agreement is live at 160 XLM. The anchor moved TRY in both directions.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Nothing here is mocked.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" name="Google Shape;6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1500" y="419100"/>
            <a:ext cx="32934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8038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3500"/>
              <a:buFont typeface="Georgia"/>
              <a:buNone/>
            </a:pPr>
            <a:r>
              <a:rPr b="1" i="0" lang="en" sz="32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What is next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14350" y="1085400"/>
            <a:ext cx="76866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Now — one anchor, one pair, testnet. The mechanic is proven; the surface is deliberately small.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Next — mainnet with a licensed TRY anchor, more pairs, and the piece we care about most: making a trader's track record portable. A rating and a settled history that belong to the person, not to us.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Then — passkeys and smart wallets, so a saver never sees a seed phrase.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Intended path: SCF.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honest gap: we have not put this in front of savers outside the team yet. That is the first thing after the hackathon, not the last.</a:t>
            </a:r>
            <a:endParaRPr sz="1600">
              <a:solidFill>
                <a:srgbClr val="F7E4B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